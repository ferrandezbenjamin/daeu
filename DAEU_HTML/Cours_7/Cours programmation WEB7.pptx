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429612" y="1013983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 bwMode="auto"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 bwMode="auto"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334000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429566" y="1041620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C2B07E4-CDF9-4C88-A2F3-04620E58224D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EFE71E98-A417-4ECC-ACEB-C0490C20DB04}" type="slidenum">
              <a:rPr lang="en-US"/>
              <a:t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20000"/>
        </a:lnSpc>
        <a:spcBef>
          <a:spcPts val="0"/>
        </a:spcBef>
        <a:buNone/>
        <a:defRPr sz="2800" b="1" cap="all" spc="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>
        <a:lnSpc>
          <a:spcPct val="130000"/>
        </a:lnSpc>
        <a:spcBef>
          <a:spcPts val="1000"/>
        </a:spcBef>
        <a:buSzPct val="85000"/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>
        <a:lnSpc>
          <a:spcPct val="130000"/>
        </a:lnSpc>
        <a:spcBef>
          <a:spcPts val="500"/>
        </a:spcBef>
        <a:buSzPct val="85000"/>
        <a:buFontTx/>
        <a:buNone/>
        <a:defRPr sz="1600" b="1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>
        <a:lnSpc>
          <a:spcPct val="130000"/>
        </a:lnSpc>
        <a:spcBef>
          <a:spcPts val="500"/>
        </a:spcBef>
        <a:buSzPct val="8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>
        <a:lnSpc>
          <a:spcPct val="130000"/>
        </a:lnSpc>
        <a:spcBef>
          <a:spcPts val="500"/>
        </a:spcBef>
        <a:buSzPct val="85000"/>
        <a:buFontTx/>
        <a:buNone/>
        <a:defRPr sz="1200" b="1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>
        <a:lnSpc>
          <a:spcPct val="130000"/>
        </a:lnSpc>
        <a:spcBef>
          <a:spcPts val="500"/>
        </a:spcBef>
        <a:buSzPct val="85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3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25000" r="0" b="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2238258" y="2158559"/>
            <a:ext cx="7714388" cy="163957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 sz="6600"/>
              <a:t>COURS WEB 7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2238258" y="4848464"/>
            <a:ext cx="7714388" cy="10858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fr-FR"/>
              <a:t>HTML / CSS</a:t>
            </a:r>
            <a:endParaRPr/>
          </a:p>
        </p:txBody>
      </p:sp>
      <p:cxnSp>
        <p:nvCxnSpPr>
          <p:cNvPr id="17" name="Straight Connector 10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5609875" y="4578595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ous-titre 2"/>
          <p:cNvSpPr txBox="1"/>
          <p:nvPr/>
        </p:nvSpPr>
        <p:spPr bwMode="auto">
          <a:xfrm>
            <a:off x="7405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30000"/>
              </a:lnSpc>
              <a:spcBef>
                <a:spcPts val="10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/>
              <a:t>Cours N°7</a:t>
            </a:r>
            <a:endParaRPr/>
          </a:p>
        </p:txBody>
      </p:sp>
      <p:sp>
        <p:nvSpPr>
          <p:cNvPr id="6" name="Sous-titre 2"/>
          <p:cNvSpPr txBox="1"/>
          <p:nvPr/>
        </p:nvSpPr>
        <p:spPr bwMode="auto">
          <a:xfrm>
            <a:off x="8092149" y="5914947"/>
            <a:ext cx="4025793" cy="54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30000"/>
              </a:lnSpc>
              <a:spcBef>
                <a:spcPts val="10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130000"/>
              </a:lnSpc>
              <a:spcBef>
                <a:spcPts val="500"/>
              </a:spcBef>
              <a:buSzPct val="8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/>
              <a:t>FERRANDEZ BENJAMIN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476783" y="2526891"/>
            <a:ext cx="9238434" cy="1435510"/>
          </a:xfrm>
        </p:spPr>
        <p:txBody>
          <a:bodyPr/>
          <a:lstStyle/>
          <a:p>
            <a:pPr algn="ctr">
              <a:defRPr/>
            </a:pPr>
            <a:r>
              <a:rPr lang="fr-FR" sz="6600"/>
              <a:t>Flexbox</a:t>
            </a:r>
            <a:r>
              <a:rPr lang="fr-FR" sz="6600"/>
              <a:t> (Suite)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744991" name="Title 1"/>
          <p:cNvSpPr>
            <a:spLocks noGrp="1"/>
          </p:cNvSpPr>
          <p:nvPr>
            <p:ph type="title"/>
          </p:nvPr>
        </p:nvSpPr>
        <p:spPr bwMode="auto">
          <a:xfrm>
            <a:off x="902795" y="878888"/>
            <a:ext cx="10386410" cy="564619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 sz="28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RAPPEL:</a:t>
            </a:r>
            <a:br>
              <a:rPr lang="fr-FR" sz="28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</a:br>
            <a:r>
              <a:rPr lang="fr-FR" sz="28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• </a:t>
            </a:r>
            <a:r>
              <a:rPr lang="fr-FR"/>
              <a:t>Définition : </a:t>
            </a:r>
            <a:r>
              <a:rPr lang="fr-FR"/>
              <a:t>Flexbox</a:t>
            </a:r>
            <a:r>
              <a:rPr lang="fr-FR"/>
              <a:t> (Flexible Box) est une méthode de mise en page en CSS.</a:t>
            </a:r>
            <a:br>
              <a:rPr lang="fr-FR"/>
            </a:br>
            <a:br>
              <a:rPr lang="fr-FR"/>
            </a:br>
            <a:r>
              <a:rPr lang="fr-FR"/>
              <a:t>• Objectif : Faciliter l’alignement, la distribution et l’organisation des éléments dans un conteneur.</a:t>
            </a:r>
            <a:br>
              <a:rPr lang="fr-FR"/>
            </a:br>
            <a:br>
              <a:rPr lang="fr-FR"/>
            </a:br>
            <a:r>
              <a:rPr lang="fr-FR"/>
              <a:t>• Particularité : Fonctionne même avec des éléments de tailles dynamiques ou inconnues.</a:t>
            </a:r>
            <a:br>
              <a:rPr lang="fr-FR"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429566" y="1045445"/>
            <a:ext cx="9238434" cy="85755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28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Comment ça fonctionne ?</a:t>
            </a:r>
            <a:endParaRPr/>
          </a:p>
        </p:txBody>
      </p:sp>
      <p:cxnSp>
        <p:nvCxnSpPr>
          <p:cNvPr id="11" name="Straight Connector 10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1524000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0239148" name="Content Placeholder 2"/>
          <p:cNvSpPr>
            <a:spLocks noGrp="1"/>
          </p:cNvSpPr>
          <p:nvPr>
            <p:ph idx="1"/>
          </p:nvPr>
        </p:nvSpPr>
        <p:spPr bwMode="auto">
          <a:xfrm>
            <a:off x="1429565" y="2286000"/>
            <a:ext cx="9238433" cy="3809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sz="2200"/>
              <a:t>On active le flexbox dans notre container : </a:t>
            </a:r>
            <a:endParaRPr/>
          </a:p>
        </p:txBody>
      </p:sp>
      <p:pic>
        <p:nvPicPr>
          <p:cNvPr id="875005126" name="Image 87500512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53229" y="3505728"/>
            <a:ext cx="6677024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376361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37262806" name="Titre 1"/>
          <p:cNvSpPr>
            <a:spLocks noGrp="1"/>
          </p:cNvSpPr>
          <p:nvPr>
            <p:ph type="title"/>
          </p:nvPr>
        </p:nvSpPr>
        <p:spPr bwMode="auto">
          <a:xfrm>
            <a:off x="1429565" y="833437"/>
            <a:ext cx="9238434" cy="106956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fr-FR" sz="2800" b="1" i="0" u="none" strike="noStrike" cap="all" spc="599">
                <a:solidFill>
                  <a:schemeClr val="tx1"/>
                </a:solidFill>
                <a:latin typeface="Trade Gothic Next Cond"/>
                <a:cs typeface="Trade Gothic Next Cond"/>
              </a:rPr>
              <a:t>Flexbox propose plusieurs propriétés pour positionner les éléments :</a:t>
            </a:r>
            <a:endParaRPr/>
          </a:p>
        </p:txBody>
      </p:sp>
      <p:cxnSp>
        <p:nvCxnSpPr>
          <p:cNvPr id="546034297" name="Straight Connector 10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1523999" y="2286000"/>
            <a:ext cx="97115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5835371" name="Image 31583537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969869" y="2725208"/>
            <a:ext cx="8157826" cy="308239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681306" name="Content Placeholder 2"/>
          <p:cNvSpPr>
            <a:spLocks noGrp="1"/>
          </p:cNvSpPr>
          <p:nvPr>
            <p:ph idx="1"/>
          </p:nvPr>
        </p:nvSpPr>
        <p:spPr bwMode="auto">
          <a:xfrm>
            <a:off x="1429565" y="2286000"/>
            <a:ext cx="9238433" cy="3809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>
              <a:defRPr/>
            </a:pPr>
            <a:endParaRPr/>
          </a:p>
        </p:txBody>
      </p:sp>
      <p:cxnSp>
        <p:nvCxnSpPr>
          <p:cNvPr id="8" name="Connecteur droit 7"/>
          <p:cNvCxnSpPr>
            <a:cxnSpLocks/>
          </p:cNvCxnSpPr>
          <p:nvPr/>
        </p:nvCxnSpPr>
        <p:spPr bwMode="auto">
          <a:xfrm>
            <a:off x="7340784" y="295182"/>
            <a:ext cx="0" cy="6267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 bwMode="auto">
          <a:xfrm>
            <a:off x="7702422" y="647369"/>
            <a:ext cx="229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CSS PARENT :</a:t>
            </a:r>
            <a:endParaRPr/>
          </a:p>
        </p:txBody>
      </p:sp>
      <p:sp>
        <p:nvSpPr>
          <p:cNvPr id="11" name="ZoneTexte 10"/>
          <p:cNvSpPr txBox="1"/>
          <p:nvPr/>
        </p:nvSpPr>
        <p:spPr bwMode="auto">
          <a:xfrm flipH="0" flipV="0">
            <a:off x="7634712" y="3335218"/>
            <a:ext cx="302850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HTML PARENT +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ENFANTS :</a:t>
            </a:r>
            <a:endParaRPr/>
          </a:p>
        </p:txBody>
      </p:sp>
      <p:pic>
        <p:nvPicPr>
          <p:cNvPr id="95192220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60241" y="1933164"/>
            <a:ext cx="6628552" cy="3280196"/>
          </a:xfrm>
          <a:prstGeom prst="rect">
            <a:avLst/>
          </a:prstGeom>
        </p:spPr>
      </p:pic>
      <p:pic>
        <p:nvPicPr>
          <p:cNvPr id="20235010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34712" y="3874968"/>
            <a:ext cx="3038069" cy="2381249"/>
          </a:xfrm>
          <a:prstGeom prst="rect">
            <a:avLst/>
          </a:prstGeom>
        </p:spPr>
      </p:pic>
      <p:pic>
        <p:nvPicPr>
          <p:cNvPr id="9651570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702422" y="1110072"/>
            <a:ext cx="2997950" cy="1918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/>
              <a:t>A vous ! :D</a:t>
            </a:r>
            <a:endParaRPr/>
          </a:p>
        </p:txBody>
      </p:sp>
      <p:pic>
        <p:nvPicPr>
          <p:cNvPr id="5" name="Espace réservé du contenu 4"/>
          <p:cNvPicPr>
            <a:picLocks noChangeAspect="1"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4144169" y="2286000"/>
            <a:ext cx="3810000" cy="381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ortal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Earth">
      <a:majorFont>
        <a:latin typeface="Trade Gothic Next Cond"/>
        <a:ea typeface="Arial"/>
        <a:cs typeface="Arial"/>
      </a:majorFont>
      <a:minorFont>
        <a:latin typeface="Trade Gothic Next Ligh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ONLYOFFICE/7.3.3.50</Application>
  <DocSecurity>0</DocSecurity>
  <PresentationFormat>Grand écran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WEB 5</dc:title>
  <dc:subject/>
  <dc:creator>FERRANDEZ Benjamin</dc:creator>
  <cp:keywords/>
  <dc:description/>
  <dc:identifier/>
  <dc:language/>
  <cp:lastModifiedBy/>
  <cp:revision>16</cp:revision>
  <dcterms:created xsi:type="dcterms:W3CDTF">2024-10-13T11:47:32Z</dcterms:created>
  <dcterms:modified xsi:type="dcterms:W3CDTF">2025-11-11T18:43:54Z</dcterms:modified>
  <cp:category/>
  <cp:contentStatus/>
  <cp:version/>
</cp:coreProperties>
</file>