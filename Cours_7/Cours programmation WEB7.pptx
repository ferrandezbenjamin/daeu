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12192000" cy="6858000"/>
  <p:defaultTextStyle>
    <a:defPPr>
      <a:defRPr lang="fr-F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a:xfrm>
            <a:off x="1429612" y="1013983"/>
            <a:ext cx="7714388" cy="3260635"/>
          </a:xfrm>
        </p:spPr>
        <p:txBody>
          <a:bodyPr anchor="b"/>
          <a:lstStyle>
            <a:lvl1pPr algn="l">
              <a:defRPr sz="2800"/>
            </a:lvl1pPr>
          </a:lstStyle>
          <a:p>
            <a:pPr>
              <a:defRPr/>
            </a:pPr>
            <a:r>
              <a:rPr lang="en-US"/>
              <a:t>Click to edit Master title style</a:t>
            </a:r>
            <a:endParaRPr/>
          </a:p>
        </p:txBody>
      </p:sp>
      <p:sp>
        <p:nvSpPr>
          <p:cNvPr id="3" name="Subtitle 2"/>
          <p:cNvSpPr>
            <a:spLocks noGrp="1"/>
          </p:cNvSpPr>
          <p:nvPr>
            <p:ph type="subTitle" idx="1"/>
          </p:nvPr>
        </p:nvSpPr>
        <p:spPr bwMode="auto">
          <a:xfrm>
            <a:off x="1429612" y="4848464"/>
            <a:ext cx="7714388" cy="1085849"/>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a:p>
        </p:txBody>
      </p:sp>
      <p:sp>
        <p:nvSpPr>
          <p:cNvPr id="4" name="Date Placeholder 3"/>
          <p:cNvSpPr>
            <a:spLocks noGrp="1"/>
          </p:cNvSpPr>
          <p:nvPr>
            <p:ph type="dt" sz="half" idx="10"/>
          </p:nvPr>
        </p:nvSpPr>
        <p:spPr bwMode="auto"/>
        <p:txBody>
          <a:bodyPr/>
          <a:lstStyle/>
          <a:p>
            <a:pPr>
              <a:defRPr/>
            </a:pPr>
            <a:fld id="{3C2B07E4-CDF9-4C88-A2F3-04620E58224D}" type="datetimeFigureOut">
              <a:rPr lang="en-US"/>
              <a:t>12/3/2024</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EFE71E98-A417-4ECC-ACEB-C0490C20DB04}" type="slidenum">
              <a:rPr lang="en-US"/>
              <a:t>‹N°›</a:t>
            </a:fld>
            <a:endParaRPr lang="en-US"/>
          </a:p>
        </p:txBody>
      </p:sp>
      <p:cxnSp>
        <p:nvCxnSpPr>
          <p:cNvPr id="7" name="Straight Connector 6"/>
          <p:cNvCxnSpPr>
            <a:cxnSpLocks/>
          </p:cNvCxnSpPr>
          <p:nvPr/>
        </p:nvCxnSpPr>
        <p:spPr bwMode="auto">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1429566" y="1045445"/>
            <a:ext cx="9238434" cy="857559"/>
          </a:xfrm>
        </p:spPr>
        <p:txBody>
          <a:bodyPr anchor="b"/>
          <a:lstStyle>
            <a:lvl1pPr>
              <a:defRPr>
                <a:solidFill>
                  <a:schemeClr val="tx1"/>
                </a:solidFill>
              </a:defRPr>
            </a:lvl1pPr>
          </a:lstStyle>
          <a:p>
            <a:pPr>
              <a:defRPr/>
            </a:pPr>
            <a:r>
              <a:rPr lang="en-US"/>
              <a:t>Click to edit Master title style</a:t>
            </a:r>
            <a:endParaRPr/>
          </a:p>
        </p:txBody>
      </p:sp>
      <p:sp>
        <p:nvSpPr>
          <p:cNvPr id="3" name="Content Placeholder 2"/>
          <p:cNvSpPr>
            <a:spLocks noGrp="1"/>
          </p:cNvSpPr>
          <p:nvPr>
            <p:ph idx="1"/>
          </p:nvPr>
        </p:nvSpPr>
        <p:spPr bwMode="auto">
          <a:xfrm>
            <a:off x="1429566" y="2286000"/>
            <a:ext cx="9238434" cy="381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Date Placeholder 3"/>
          <p:cNvSpPr>
            <a:spLocks noGrp="1"/>
          </p:cNvSpPr>
          <p:nvPr>
            <p:ph type="dt" sz="half" idx="10"/>
          </p:nvPr>
        </p:nvSpPr>
        <p:spPr bwMode="auto"/>
        <p:txBody>
          <a:bodyPr/>
          <a:lstStyle/>
          <a:p>
            <a:pPr>
              <a:defRPr/>
            </a:pPr>
            <a:fld id="{3C2B07E4-CDF9-4C88-A2F3-04620E58224D}" type="datetimeFigureOut">
              <a:rPr lang="en-US"/>
              <a:t>12/3/2024</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EFE71E98-A417-4ECC-ACEB-C0490C20DB04}" type="slidenum">
              <a:rPr lang="en-US"/>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7" name="Rectangle 6"/>
          <p:cNvSpPr/>
          <p:nvPr/>
        </p:nvSpPr>
        <p:spPr bwMode="auto">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 name="Title 1"/>
          <p:cNvSpPr>
            <a:spLocks noGrp="1"/>
          </p:cNvSpPr>
          <p:nvPr>
            <p:ph type="title"/>
          </p:nvPr>
        </p:nvSpPr>
        <p:spPr bwMode="auto">
          <a:xfrm>
            <a:off x="1421745" y="1287554"/>
            <a:ext cx="8284963" cy="3113064"/>
          </a:xfrm>
        </p:spPr>
        <p:txBody>
          <a:bodyPr anchor="t"/>
          <a:lstStyle>
            <a:lvl1pPr>
              <a:defRPr sz="4400"/>
            </a:lvl1pPr>
          </a:lstStyle>
          <a:p>
            <a:pPr>
              <a:defRPr/>
            </a:pPr>
            <a:r>
              <a:rPr lang="en-US"/>
              <a:t>Click to edit Master title style</a:t>
            </a:r>
            <a:endParaRPr/>
          </a:p>
        </p:txBody>
      </p:sp>
      <p:sp>
        <p:nvSpPr>
          <p:cNvPr id="3" name="Text Placeholder 2"/>
          <p:cNvSpPr>
            <a:spLocks noGrp="1"/>
          </p:cNvSpPr>
          <p:nvPr>
            <p:ph type="body" idx="1"/>
          </p:nvPr>
        </p:nvSpPr>
        <p:spPr bwMode="auto">
          <a:xfrm>
            <a:off x="1421744" y="4619707"/>
            <a:ext cx="7722256" cy="1476293"/>
          </a:xfrm>
        </p:spPr>
        <p:txBody>
          <a:bodyPr anchor="b">
            <a:norm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4" name="Date Placeholder 3"/>
          <p:cNvSpPr>
            <a:spLocks noGrp="1"/>
          </p:cNvSpPr>
          <p:nvPr>
            <p:ph type="dt" sz="half" idx="10"/>
          </p:nvPr>
        </p:nvSpPr>
        <p:spPr bwMode="auto"/>
        <p:txBody>
          <a:bodyPr/>
          <a:lstStyle/>
          <a:p>
            <a:pPr>
              <a:defRPr/>
            </a:pPr>
            <a:fld id="{3C2B07E4-CDF9-4C88-A2F3-04620E58224D}" type="datetimeFigureOut">
              <a:rPr lang="en-US"/>
              <a:t>12/3/2024</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EFE71E98-A417-4ECC-ACEB-C0490C20DB04}" type="slidenum">
              <a:rPr lang="en-US"/>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1429566" y="1013411"/>
            <a:ext cx="9238434" cy="889592"/>
          </a:xfrm>
        </p:spPr>
        <p:txBody>
          <a:bodyPr/>
          <a:lstStyle>
            <a:lvl1pPr>
              <a:defRPr>
                <a:solidFill>
                  <a:schemeClr val="tx1"/>
                </a:solidFill>
              </a:defRPr>
            </a:lvl1pPr>
          </a:lstStyle>
          <a:p>
            <a:pPr>
              <a:defRPr/>
            </a:pPr>
            <a:r>
              <a:rPr lang="en-US"/>
              <a:t>Click to edit Master title style</a:t>
            </a:r>
            <a:endParaRPr/>
          </a:p>
        </p:txBody>
      </p:sp>
      <p:sp>
        <p:nvSpPr>
          <p:cNvPr id="3" name="Content Placeholder 2"/>
          <p:cNvSpPr>
            <a:spLocks noGrp="1"/>
          </p:cNvSpPr>
          <p:nvPr>
            <p:ph sz="half" idx="1"/>
          </p:nvPr>
        </p:nvSpPr>
        <p:spPr bwMode="auto">
          <a:xfrm>
            <a:off x="1429566"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Content Placeholder 3"/>
          <p:cNvSpPr>
            <a:spLocks noGrp="1"/>
          </p:cNvSpPr>
          <p:nvPr>
            <p:ph sz="half" idx="2"/>
          </p:nvPr>
        </p:nvSpPr>
        <p:spPr bwMode="auto">
          <a:xfrm>
            <a:off x="6172200"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 name="Date Placeholder 4"/>
          <p:cNvSpPr>
            <a:spLocks noGrp="1"/>
          </p:cNvSpPr>
          <p:nvPr>
            <p:ph type="dt" sz="half" idx="10"/>
          </p:nvPr>
        </p:nvSpPr>
        <p:spPr bwMode="auto"/>
        <p:txBody>
          <a:bodyPr/>
          <a:lstStyle/>
          <a:p>
            <a:pPr>
              <a:defRPr/>
            </a:pPr>
            <a:fld id="{3C2B07E4-CDF9-4C88-A2F3-04620E58224D}" type="datetimeFigureOut">
              <a:rPr lang="en-US"/>
              <a:t>12/3/2024</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EFE71E98-A417-4ECC-ACEB-C0490C20DB04}" type="slidenum">
              <a:rPr lang="en-US"/>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1429566" y="1079150"/>
            <a:ext cx="9238434" cy="823912"/>
          </a:xfrm>
        </p:spPr>
        <p:txBody>
          <a:bodyPr/>
          <a:lstStyle>
            <a:lvl1pPr>
              <a:defRPr>
                <a:solidFill>
                  <a:schemeClr val="tx1"/>
                </a:solidFill>
              </a:defRPr>
            </a:lvl1pPr>
          </a:lstStyle>
          <a:p>
            <a:pPr>
              <a:defRPr/>
            </a:pPr>
            <a:r>
              <a:rPr lang="en-US"/>
              <a:t>Click to edit Master title style</a:t>
            </a:r>
            <a:endParaRPr/>
          </a:p>
        </p:txBody>
      </p:sp>
      <p:sp>
        <p:nvSpPr>
          <p:cNvPr id="3" name="Text Placeholder 2"/>
          <p:cNvSpPr>
            <a:spLocks noGrp="1"/>
          </p:cNvSpPr>
          <p:nvPr>
            <p:ph type="body" idx="1"/>
          </p:nvPr>
        </p:nvSpPr>
        <p:spPr bwMode="auto">
          <a:xfrm>
            <a:off x="1429567" y="2013217"/>
            <a:ext cx="4495799" cy="704232"/>
          </a:xfrm>
        </p:spPr>
        <p:txBody>
          <a:bodyPr anchor="b">
            <a:normAutofit/>
          </a:bodyPr>
          <a:lstStyle>
            <a:lvl1pPr marL="0" indent="0">
              <a:lnSpc>
                <a:spcPct val="100000"/>
              </a:lnSpc>
              <a:buNone/>
              <a:defRPr sz="1800" b="0" cap="all" spc="30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 name="Content Placeholder 3"/>
          <p:cNvSpPr>
            <a:spLocks noGrp="1"/>
          </p:cNvSpPr>
          <p:nvPr>
            <p:ph sz="half" idx="2"/>
          </p:nvPr>
        </p:nvSpPr>
        <p:spPr bwMode="auto">
          <a:xfrm>
            <a:off x="1429567"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 name="Text Placeholder 4"/>
          <p:cNvSpPr>
            <a:spLocks noGrp="1"/>
          </p:cNvSpPr>
          <p:nvPr>
            <p:ph type="body" sz="quarter" idx="3"/>
          </p:nvPr>
        </p:nvSpPr>
        <p:spPr bwMode="auto">
          <a:xfrm>
            <a:off x="6172200" y="2013215"/>
            <a:ext cx="4495800" cy="704233"/>
          </a:xfrm>
        </p:spPr>
        <p:txBody>
          <a:bodyPr anchor="b">
            <a:normAutofit/>
          </a:bodyPr>
          <a:lstStyle>
            <a:lvl1pPr marL="0" indent="0">
              <a:lnSpc>
                <a:spcPct val="100000"/>
              </a:lnSpc>
              <a:buNone/>
              <a:defRPr sz="1800" b="0" cap="all" spc="30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 name="Content Placeholder 5"/>
          <p:cNvSpPr>
            <a:spLocks noGrp="1"/>
          </p:cNvSpPr>
          <p:nvPr>
            <p:ph sz="quarter" idx="4"/>
          </p:nvPr>
        </p:nvSpPr>
        <p:spPr bwMode="auto">
          <a:xfrm>
            <a:off x="6172200"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7" name="Date Placeholder 6"/>
          <p:cNvSpPr>
            <a:spLocks noGrp="1"/>
          </p:cNvSpPr>
          <p:nvPr>
            <p:ph type="dt" sz="half" idx="10"/>
          </p:nvPr>
        </p:nvSpPr>
        <p:spPr bwMode="auto"/>
        <p:txBody>
          <a:bodyPr/>
          <a:lstStyle/>
          <a:p>
            <a:pPr>
              <a:defRPr/>
            </a:pPr>
            <a:fld id="{3C2B07E4-CDF9-4C88-A2F3-04620E58224D}" type="datetimeFigureOut">
              <a:rPr lang="en-US"/>
              <a:t>12/3/2024</a:t>
            </a:fld>
            <a:endParaRPr lang="en-US"/>
          </a:p>
        </p:txBody>
      </p:sp>
      <p:sp>
        <p:nvSpPr>
          <p:cNvPr id="8" name="Footer Placeholder 7"/>
          <p:cNvSpPr>
            <a:spLocks noGrp="1"/>
          </p:cNvSpPr>
          <p:nvPr>
            <p:ph type="ftr" sz="quarter" idx="11"/>
          </p:nvPr>
        </p:nvSpPr>
        <p:spPr bwMode="auto"/>
        <p:txBody>
          <a:bodyPr/>
          <a:lstStyle/>
          <a:p>
            <a:pPr>
              <a:defRPr/>
            </a:pPr>
            <a:endParaRPr lang="en-US"/>
          </a:p>
        </p:txBody>
      </p:sp>
      <p:sp>
        <p:nvSpPr>
          <p:cNvPr id="9" name="Slide Number Placeholder 8"/>
          <p:cNvSpPr>
            <a:spLocks noGrp="1"/>
          </p:cNvSpPr>
          <p:nvPr>
            <p:ph type="sldNum" sz="quarter" idx="12"/>
          </p:nvPr>
        </p:nvSpPr>
        <p:spPr bwMode="auto"/>
        <p:txBody>
          <a:bodyPr/>
          <a:lstStyle/>
          <a:p>
            <a:pPr>
              <a:defRPr/>
            </a:pPr>
            <a:fld id="{EFE71E98-A417-4ECC-ACEB-C0490C20DB04}" type="slidenum">
              <a:rPr lang="en-US"/>
              <a:t>‹N°›</a:t>
            </a:fld>
            <a:endParaRPr lang="en-US"/>
          </a:p>
        </p:txBody>
      </p:sp>
      <p:cxnSp>
        <p:nvCxnSpPr>
          <p:cNvPr id="11" name="Straight Connector 10"/>
          <p:cNvCxnSpPr>
            <a:cxnSpLocks/>
          </p:cNvCxnSpPr>
          <p:nvPr/>
        </p:nvCxnSpPr>
        <p:spPr bwMode="auto">
          <a:xfrm>
            <a:off x="6270727"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bwMode="auto">
          <a:xfrm>
            <a:off x="-1171838" y="4592406"/>
            <a:ext cx="808262" cy="3897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14" name="Straight Connector 13"/>
          <p:cNvCxnSpPr>
            <a:cxnSpLocks/>
          </p:cNvCxnSpPr>
          <p:nvPr/>
        </p:nvCxnSpPr>
        <p:spPr bwMode="auto">
          <a:xfrm>
            <a:off x="1524000"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6" name="Rectangle 5"/>
          <p:cNvSpPr/>
          <p:nvPr/>
        </p:nvSpPr>
        <p:spPr bwMode="auto">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 name="Title 1"/>
          <p:cNvSpPr>
            <a:spLocks noGrp="1"/>
          </p:cNvSpPr>
          <p:nvPr>
            <p:ph type="title"/>
          </p:nvPr>
        </p:nvSpPr>
        <p:spPr bwMode="auto"/>
        <p:txBody>
          <a:bodyPr/>
          <a:lstStyle/>
          <a:p>
            <a:pPr>
              <a:defRPr/>
            </a:pPr>
            <a:r>
              <a:rPr lang="en-US"/>
              <a:t>Click to edit Master title style</a:t>
            </a:r>
            <a:endParaRPr/>
          </a:p>
        </p:txBody>
      </p:sp>
      <p:sp>
        <p:nvSpPr>
          <p:cNvPr id="3" name="Date Placeholder 2"/>
          <p:cNvSpPr>
            <a:spLocks noGrp="1"/>
          </p:cNvSpPr>
          <p:nvPr>
            <p:ph type="dt" sz="half" idx="10"/>
          </p:nvPr>
        </p:nvSpPr>
        <p:spPr bwMode="auto"/>
        <p:txBody>
          <a:bodyPr/>
          <a:lstStyle/>
          <a:p>
            <a:pPr>
              <a:defRPr/>
            </a:pPr>
            <a:fld id="{3C2B07E4-CDF9-4C88-A2F3-04620E58224D}" type="datetimeFigureOut">
              <a:rPr lang="en-US"/>
              <a:t>12/3/2024</a:t>
            </a:fld>
            <a:endParaRPr lang="en-US"/>
          </a:p>
        </p:txBody>
      </p:sp>
      <p:sp>
        <p:nvSpPr>
          <p:cNvPr id="4" name="Footer Placeholder 3"/>
          <p:cNvSpPr>
            <a:spLocks noGrp="1"/>
          </p:cNvSpPr>
          <p:nvPr>
            <p:ph type="ftr" sz="quarter" idx="11"/>
          </p:nvPr>
        </p:nvSpPr>
        <p:spPr bwMode="auto"/>
        <p:txBody>
          <a:bodyPr/>
          <a:lstStyle/>
          <a:p>
            <a:pPr>
              <a:defRPr/>
            </a:pPr>
            <a:endParaRPr lang="en-US"/>
          </a:p>
        </p:txBody>
      </p:sp>
      <p:sp>
        <p:nvSpPr>
          <p:cNvPr id="5" name="Slide Number Placeholder 4"/>
          <p:cNvSpPr>
            <a:spLocks noGrp="1"/>
          </p:cNvSpPr>
          <p:nvPr>
            <p:ph type="sldNum" sz="quarter" idx="12"/>
          </p:nvPr>
        </p:nvSpPr>
        <p:spPr bwMode="auto"/>
        <p:txBody>
          <a:bodyPr/>
          <a:lstStyle/>
          <a:p>
            <a:pPr>
              <a:defRPr/>
            </a:pPr>
            <a:fld id="{EFE71E98-A417-4ECC-ACEB-C0490C20DB04}" type="slidenum">
              <a:rPr lang="en-US"/>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2" name="Date Placeholder 1"/>
          <p:cNvSpPr>
            <a:spLocks noGrp="1"/>
          </p:cNvSpPr>
          <p:nvPr>
            <p:ph type="dt" sz="half" idx="10"/>
          </p:nvPr>
        </p:nvSpPr>
        <p:spPr bwMode="auto"/>
        <p:txBody>
          <a:bodyPr/>
          <a:lstStyle/>
          <a:p>
            <a:pPr>
              <a:defRPr/>
            </a:pPr>
            <a:fld id="{3C2B07E4-CDF9-4C88-A2F3-04620E58224D}" type="datetimeFigureOut">
              <a:rPr lang="en-US"/>
              <a:t>12/3/2024</a:t>
            </a:fld>
            <a:endParaRPr lang="en-US"/>
          </a:p>
        </p:txBody>
      </p:sp>
      <p:sp>
        <p:nvSpPr>
          <p:cNvPr id="3" name="Footer Placeholder 2"/>
          <p:cNvSpPr>
            <a:spLocks noGrp="1"/>
          </p:cNvSpPr>
          <p:nvPr>
            <p:ph type="ftr" sz="quarter" idx="11"/>
          </p:nvPr>
        </p:nvSpPr>
        <p:spPr bwMode="auto"/>
        <p:txBody>
          <a:bodyPr/>
          <a:lstStyle/>
          <a:p>
            <a:pPr>
              <a:defRPr/>
            </a:pPr>
            <a:endParaRPr lang="en-US"/>
          </a:p>
        </p:txBody>
      </p:sp>
      <p:sp>
        <p:nvSpPr>
          <p:cNvPr id="4" name="Slide Number Placeholder 3"/>
          <p:cNvSpPr>
            <a:spLocks noGrp="1"/>
          </p:cNvSpPr>
          <p:nvPr>
            <p:ph type="sldNum" sz="quarter" idx="12"/>
          </p:nvPr>
        </p:nvSpPr>
        <p:spPr bwMode="auto"/>
        <p:txBody>
          <a:bodyPr/>
          <a:lstStyle/>
          <a:p>
            <a:pPr>
              <a:defRPr/>
            </a:pPr>
            <a:fld id="{EFE71E98-A417-4ECC-ACEB-C0490C20DB04}" type="slidenum">
              <a:rPr lang="en-US"/>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1443740" y="1558944"/>
            <a:ext cx="3279689" cy="1864196"/>
          </a:xfrm>
        </p:spPr>
        <p:txBody>
          <a:bodyPr anchor="b"/>
          <a:lstStyle>
            <a:lvl1pPr algn="r">
              <a:defRPr sz="2800">
                <a:solidFill>
                  <a:schemeClr val="tx1"/>
                </a:solidFill>
              </a:defRPr>
            </a:lvl1pPr>
          </a:lstStyle>
          <a:p>
            <a:pPr>
              <a:defRPr/>
            </a:pPr>
            <a:r>
              <a:rPr lang="en-US"/>
              <a:t>Click to edit Master title style</a:t>
            </a:r>
            <a:endParaRPr/>
          </a:p>
        </p:txBody>
      </p:sp>
      <p:sp>
        <p:nvSpPr>
          <p:cNvPr id="3" name="Content Placeholder 2"/>
          <p:cNvSpPr>
            <a:spLocks noGrp="1"/>
          </p:cNvSpPr>
          <p:nvPr>
            <p:ph idx="1"/>
          </p:nvPr>
        </p:nvSpPr>
        <p:spPr bwMode="auto">
          <a:xfrm>
            <a:off x="5334000" y="762000"/>
            <a:ext cx="5333999" cy="5334000"/>
          </a:xfrm>
        </p:spPr>
        <p:txBody>
          <a:bodyPr anchor="ct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Text Placeholder 3"/>
          <p:cNvSpPr>
            <a:spLocks noGrp="1"/>
          </p:cNvSpPr>
          <p:nvPr>
            <p:ph type="body" sz="half" idx="2"/>
          </p:nvPr>
        </p:nvSpPr>
        <p:spPr bwMode="auto">
          <a:xfrm>
            <a:off x="1443741" y="3649682"/>
            <a:ext cx="3233096" cy="1933605"/>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3C2B07E4-CDF9-4C88-A2F3-04620E58224D}" type="datetimeFigureOut">
              <a:rPr lang="en-US"/>
              <a:t>12/3/2024</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EFE71E98-A417-4ECC-ACEB-C0490C20DB04}" type="slidenum">
              <a:rPr lang="en-US"/>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1433543" y="1383126"/>
            <a:ext cx="3289886" cy="2045874"/>
          </a:xfrm>
        </p:spPr>
        <p:txBody>
          <a:bodyPr anchor="b"/>
          <a:lstStyle>
            <a:lvl1pPr algn="r">
              <a:defRPr sz="2800">
                <a:solidFill>
                  <a:schemeClr val="tx1"/>
                </a:solidFill>
              </a:defRPr>
            </a:lvl1pPr>
          </a:lstStyle>
          <a:p>
            <a:pPr>
              <a:defRPr/>
            </a:pPr>
            <a:r>
              <a:rPr lang="en-US"/>
              <a:t>Click to edit Master title style</a:t>
            </a:r>
            <a:endParaRPr/>
          </a:p>
        </p:txBody>
      </p:sp>
      <p:sp>
        <p:nvSpPr>
          <p:cNvPr id="3" name="Picture Placeholder 2"/>
          <p:cNvSpPr>
            <a:spLocks noGrp="1"/>
          </p:cNvSpPr>
          <p:nvPr>
            <p:ph type="pic" idx="1"/>
          </p:nvPr>
        </p:nvSpPr>
        <p:spPr bwMode="auto">
          <a:xfrm>
            <a:off x="5334000" y="762000"/>
            <a:ext cx="5333999" cy="5334000"/>
          </a:xfrm>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4" name="Text Placeholder 3"/>
          <p:cNvSpPr>
            <a:spLocks noGrp="1"/>
          </p:cNvSpPr>
          <p:nvPr>
            <p:ph type="body" sz="half" idx="2"/>
          </p:nvPr>
        </p:nvSpPr>
        <p:spPr bwMode="auto">
          <a:xfrm>
            <a:off x="1433544" y="3649682"/>
            <a:ext cx="3243292" cy="1684317"/>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3C2B07E4-CDF9-4C88-A2F3-04620E58224D}" type="datetimeFigureOut">
              <a:rPr lang="en-US"/>
              <a:t>12/3/2024</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EFE71E98-A417-4ECC-ACEB-C0490C20DB04}" type="slidenum">
              <a:rPr lang="en-US"/>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lvl1pPr>
              <a:defRPr>
                <a:solidFill>
                  <a:schemeClr val="tx1"/>
                </a:solidFill>
              </a:defRPr>
            </a:lvl1pPr>
          </a:lstStyle>
          <a:p>
            <a:pPr>
              <a:defRPr/>
            </a:pPr>
            <a:r>
              <a:rPr lang="en-US"/>
              <a:t>Click to edit Master title style</a:t>
            </a:r>
            <a:endParaRPr/>
          </a:p>
        </p:txBody>
      </p:sp>
      <p:sp>
        <p:nvSpPr>
          <p:cNvPr id="3" name="Vertical Text Placeholder 2"/>
          <p:cNvSpPr>
            <a:spLocks noGrp="1"/>
          </p:cNvSpPr>
          <p:nvPr>
            <p:ph type="body" orient="vert" idx="1"/>
          </p:nvPr>
        </p:nvSpPr>
        <p:spPr bwMode="auto">
          <a:xfrm>
            <a:off x="1429566" y="2229957"/>
            <a:ext cx="9238434" cy="386604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Date Placeholder 3"/>
          <p:cNvSpPr>
            <a:spLocks noGrp="1"/>
          </p:cNvSpPr>
          <p:nvPr>
            <p:ph type="dt" sz="half" idx="10"/>
          </p:nvPr>
        </p:nvSpPr>
        <p:spPr bwMode="auto"/>
        <p:txBody>
          <a:bodyPr/>
          <a:lstStyle/>
          <a:p>
            <a:pPr>
              <a:defRPr/>
            </a:pPr>
            <a:fld id="{3C2B07E4-CDF9-4C88-A2F3-04620E58224D}" type="datetimeFigureOut">
              <a:rPr lang="en-US"/>
              <a:t>12/3/2024</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EFE71E98-A417-4ECC-ACEB-C0490C20DB04}" type="slidenum">
              <a:rPr lang="en-US"/>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9144000" y="1467699"/>
            <a:ext cx="1758461" cy="4628301"/>
          </a:xfrm>
        </p:spPr>
        <p:txBody>
          <a:bodyPr vert="eaVert"/>
          <a:lstStyle>
            <a:lvl1pPr>
              <a:defRPr>
                <a:solidFill>
                  <a:schemeClr val="tx1"/>
                </a:solidFill>
              </a:defRPr>
            </a:lvl1pPr>
          </a:lstStyle>
          <a:p>
            <a:pPr>
              <a:defRPr/>
            </a:pPr>
            <a:r>
              <a:rPr lang="en-US"/>
              <a:t>Click to edit Master title style</a:t>
            </a:r>
            <a:endParaRPr/>
          </a:p>
        </p:txBody>
      </p:sp>
      <p:sp>
        <p:nvSpPr>
          <p:cNvPr id="3" name="Vertical Text Placeholder 2"/>
          <p:cNvSpPr>
            <a:spLocks noGrp="1"/>
          </p:cNvSpPr>
          <p:nvPr>
            <p:ph type="body" orient="vert" idx="1"/>
          </p:nvPr>
        </p:nvSpPr>
        <p:spPr bwMode="auto">
          <a:xfrm>
            <a:off x="1182312" y="1467699"/>
            <a:ext cx="7839379" cy="46283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Date Placeholder 3"/>
          <p:cNvSpPr>
            <a:spLocks noGrp="1"/>
          </p:cNvSpPr>
          <p:nvPr>
            <p:ph type="dt" sz="half" idx="10"/>
          </p:nvPr>
        </p:nvSpPr>
        <p:spPr bwMode="auto"/>
        <p:txBody>
          <a:bodyPr/>
          <a:lstStyle/>
          <a:p>
            <a:pPr>
              <a:defRPr/>
            </a:pPr>
            <a:fld id="{3C2B07E4-CDF9-4C88-A2F3-04620E58224D}" type="datetimeFigureOut">
              <a:rPr lang="en-US"/>
              <a:t>12/3/2024</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EFE71E98-A417-4ECC-ACEB-C0490C20DB04}" type="slidenum">
              <a:rPr lang="en-US"/>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1429566" y="1041620"/>
            <a:ext cx="9238434" cy="861383"/>
          </a:xfrm>
          <a:prstGeom prst="rect">
            <a:avLst/>
          </a:prstGeom>
        </p:spPr>
        <p:txBody>
          <a:bodyPr vert="horz" lIns="91440" tIns="45720" rIns="91440" bIns="45720" rtlCol="0" anchor="b">
            <a:noAutofit/>
          </a:bodyPr>
          <a:lstStyle/>
          <a:p>
            <a:pPr>
              <a:defRPr/>
            </a:pPr>
            <a:r>
              <a:rPr lang="en-US"/>
              <a:t>Click to edit Master title style</a:t>
            </a:r>
            <a:endParaRPr/>
          </a:p>
        </p:txBody>
      </p:sp>
      <p:sp>
        <p:nvSpPr>
          <p:cNvPr id="3" name="Text Placeholder 2"/>
          <p:cNvSpPr>
            <a:spLocks noGrp="1"/>
          </p:cNvSpPr>
          <p:nvPr>
            <p:ph type="body" idx="1"/>
          </p:nvPr>
        </p:nvSpPr>
        <p:spPr bwMode="auto">
          <a:xfrm>
            <a:off x="1429566" y="2285999"/>
            <a:ext cx="9238434" cy="3810001"/>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Date Placeholder 3"/>
          <p:cNvSpPr>
            <a:spLocks noGrp="1"/>
          </p:cNvSpPr>
          <p:nvPr>
            <p:ph type="dt" sz="half" idx="2"/>
          </p:nvPr>
        </p:nvSpPr>
        <p:spPr bwMode="auto">
          <a:xfrm rot="5400000">
            <a:off x="10471087" y="4891318"/>
            <a:ext cx="2673295" cy="365125"/>
          </a:xfrm>
          <a:prstGeom prst="rect">
            <a:avLst/>
          </a:prstGeom>
        </p:spPr>
        <p:txBody>
          <a:bodyPr vert="horz" lIns="91440" tIns="45720" rIns="91440" bIns="45720" rtlCol="0" anchor="ctr"/>
          <a:lstStyle>
            <a:lvl1pPr algn="l">
              <a:defRPr sz="700" b="1" cap="all" spc="300">
                <a:solidFill>
                  <a:schemeClr val="tx1"/>
                </a:solidFill>
              </a:defRPr>
            </a:lvl1pPr>
          </a:lstStyle>
          <a:p>
            <a:pPr>
              <a:defRPr/>
            </a:pPr>
            <a:fld id="{3C2B07E4-CDF9-4C88-A2F3-04620E58224D}" type="datetimeFigureOut">
              <a:rPr lang="en-US"/>
              <a:t>12/3/2024</a:t>
            </a:fld>
            <a:endParaRPr lang="en-US"/>
          </a:p>
        </p:txBody>
      </p:sp>
      <p:sp>
        <p:nvSpPr>
          <p:cNvPr id="5" name="Footer Placeholder 4"/>
          <p:cNvSpPr>
            <a:spLocks noGrp="1"/>
          </p:cNvSpPr>
          <p:nvPr>
            <p:ph type="ftr" sz="quarter" idx="3"/>
          </p:nvPr>
        </p:nvSpPr>
        <p:spPr bwMode="auto">
          <a:xfrm rot="5400000">
            <a:off x="10473021" y="1609893"/>
            <a:ext cx="2669427" cy="365125"/>
          </a:xfrm>
          <a:prstGeom prst="rect">
            <a:avLst/>
          </a:prstGeom>
        </p:spPr>
        <p:txBody>
          <a:bodyPr vert="horz" lIns="91440" tIns="45720" rIns="91440" bIns="45720" rtlCol="0" anchor="ctr"/>
          <a:lstStyle>
            <a:lvl1pPr algn="r">
              <a:defRPr sz="700" b="1" cap="all" spc="300">
                <a:solidFill>
                  <a:schemeClr val="tx1"/>
                </a:solidFill>
              </a:defRPr>
            </a:lvl1pPr>
          </a:lstStyle>
          <a:p>
            <a:pPr>
              <a:defRPr/>
            </a:pPr>
            <a:endParaRPr lang="en-US"/>
          </a:p>
        </p:txBody>
      </p:sp>
      <p:sp>
        <p:nvSpPr>
          <p:cNvPr id="6" name="Slide Number Placeholder 5"/>
          <p:cNvSpPr>
            <a:spLocks noGrp="1"/>
          </p:cNvSpPr>
          <p:nvPr>
            <p:ph type="sldNum" sz="quarter" idx="4"/>
          </p:nvPr>
        </p:nvSpPr>
        <p:spPr bwMode="auto">
          <a:xfrm>
            <a:off x="11492908" y="3219853"/>
            <a:ext cx="629653" cy="429830"/>
          </a:xfrm>
          <a:prstGeom prst="rect">
            <a:avLst/>
          </a:prstGeom>
        </p:spPr>
        <p:txBody>
          <a:bodyPr vert="horz" lIns="91440" tIns="45720" rIns="91440" bIns="45720" rtlCol="0" anchor="ctr"/>
          <a:lstStyle>
            <a:lvl1pPr algn="ctr">
              <a:defRPr sz="1600" b="1">
                <a:solidFill>
                  <a:schemeClr val="tx1">
                    <a:tint val="75000"/>
                  </a:schemeClr>
                </a:solidFill>
                <a:latin typeface="+mj-lt"/>
              </a:defRPr>
            </a:lvl1pPr>
          </a:lstStyle>
          <a:p>
            <a:pPr>
              <a:defRPr/>
            </a:pPr>
            <a:fld id="{EFE71E98-A417-4ECC-ACEB-C0490C20DB04}" type="slidenum">
              <a:rPr lang="en-US"/>
              <a:t>‹N°›</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120000"/>
        </a:lnSpc>
        <a:spcBef>
          <a:spcPts val="0"/>
        </a:spcBef>
        <a:buNone/>
        <a:defRPr sz="2800" b="1" cap="all" spc="600">
          <a:solidFill>
            <a:schemeClr val="tx1"/>
          </a:solidFill>
          <a:latin typeface="+mj-lt"/>
          <a:ea typeface="+mj-ea"/>
          <a:cs typeface="+mj-cs"/>
        </a:defRPr>
      </a:lvl1pPr>
    </p:titleStyle>
    <p:bodyStyle>
      <a:lvl1pPr marL="274320" indent="-274320" algn="l" defTabSz="914400">
        <a:lnSpc>
          <a:spcPct val="130000"/>
        </a:lnSpc>
        <a:spcBef>
          <a:spcPts val="1000"/>
        </a:spcBef>
        <a:buSzPct val="85000"/>
        <a:buFont typeface="Arial"/>
        <a:buChar char="•"/>
        <a:defRPr sz="1800">
          <a:solidFill>
            <a:schemeClr val="tx1"/>
          </a:solidFill>
          <a:latin typeface="+mn-lt"/>
          <a:ea typeface="+mn-ea"/>
          <a:cs typeface="+mn-cs"/>
        </a:defRPr>
      </a:lvl1pPr>
      <a:lvl2pPr marL="274320" indent="0" algn="l" defTabSz="914400">
        <a:lnSpc>
          <a:spcPct val="130000"/>
        </a:lnSpc>
        <a:spcBef>
          <a:spcPts val="500"/>
        </a:spcBef>
        <a:buSzPct val="85000"/>
        <a:buFontTx/>
        <a:buNone/>
        <a:defRPr sz="1600" b="1">
          <a:solidFill>
            <a:schemeClr val="tx1"/>
          </a:solidFill>
          <a:latin typeface="+mn-lt"/>
          <a:ea typeface="+mn-ea"/>
          <a:cs typeface="+mn-cs"/>
        </a:defRPr>
      </a:lvl2pPr>
      <a:lvl3pPr marL="457200" indent="-182880" algn="l" defTabSz="914400">
        <a:lnSpc>
          <a:spcPct val="130000"/>
        </a:lnSpc>
        <a:spcBef>
          <a:spcPts val="500"/>
        </a:spcBef>
        <a:buSzPct val="85000"/>
        <a:buFont typeface="Arial"/>
        <a:buChar char="•"/>
        <a:defRPr sz="1400">
          <a:solidFill>
            <a:schemeClr val="tx1"/>
          </a:solidFill>
          <a:latin typeface="+mn-lt"/>
          <a:ea typeface="+mn-ea"/>
          <a:cs typeface="+mn-cs"/>
        </a:defRPr>
      </a:lvl3pPr>
      <a:lvl4pPr marL="466344" indent="0" algn="l" defTabSz="914400">
        <a:lnSpc>
          <a:spcPct val="130000"/>
        </a:lnSpc>
        <a:spcBef>
          <a:spcPts val="500"/>
        </a:spcBef>
        <a:buSzPct val="85000"/>
        <a:buFontTx/>
        <a:buNone/>
        <a:defRPr sz="1200" b="1">
          <a:solidFill>
            <a:schemeClr val="tx1"/>
          </a:solidFill>
          <a:latin typeface="+mn-lt"/>
          <a:ea typeface="+mn-ea"/>
          <a:cs typeface="+mn-cs"/>
        </a:defRPr>
      </a:lvl4pPr>
      <a:lvl5pPr marL="640080" indent="-182880" algn="l" defTabSz="914400">
        <a:lnSpc>
          <a:spcPct val="130000"/>
        </a:lnSpc>
        <a:spcBef>
          <a:spcPts val="500"/>
        </a:spcBef>
        <a:buSzPct val="85000"/>
        <a:buFont typeface="Arial"/>
        <a:buChar char="•"/>
        <a:defRPr sz="12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bwMode="auto">
        <a:xfrm>
          <a:off x="0" y="0"/>
          <a:ext cx="0" cy="0"/>
          <a:chOff x="0" y="0"/>
          <a:chExt cx="0" cy="0"/>
        </a:xfrm>
      </p:grpSpPr>
      <p:sp>
        <p:nvSpPr>
          <p:cNvPr id="15" name="Rectangle 14"/>
          <p:cNvSpPr>
            <a:spLocks noGrp="1" noRot="1" noChangeAspect="1" noMove="1" noResize="1" noEditPoints="1" noAdjustHandles="1" noChangeArrowheads="1" noChangeShapeType="1" noTextEdit="1"/>
          </p:cNvSpPr>
          <p:nvPr/>
        </p:nvSpPr>
        <p:spPr bwMode="auto">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pic>
        <p:nvPicPr>
          <p:cNvPr id="16" name="Picture 3"/>
          <p:cNvPicPr>
            <a:picLocks noChangeAspect="1"/>
          </p:cNvPicPr>
          <p:nvPr/>
        </p:nvPicPr>
        <p:blipFill>
          <a:blip r:embed="rId2">
            <a:alphaModFix amt="50000"/>
          </a:blip>
          <a:srcRect t="25000"/>
          <a:stretch/>
        </p:blipFill>
        <p:spPr bwMode="auto">
          <a:xfrm>
            <a:off x="20" y="10"/>
            <a:ext cx="12191980" cy="6857990"/>
          </a:xfrm>
          <a:prstGeom prst="rect">
            <a:avLst/>
          </a:prstGeom>
        </p:spPr>
      </p:pic>
      <p:sp>
        <p:nvSpPr>
          <p:cNvPr id="2" name="Titre 1"/>
          <p:cNvSpPr>
            <a:spLocks noGrp="1"/>
          </p:cNvSpPr>
          <p:nvPr>
            <p:ph type="ctrTitle"/>
          </p:nvPr>
        </p:nvSpPr>
        <p:spPr bwMode="auto">
          <a:xfrm>
            <a:off x="2238258" y="2158559"/>
            <a:ext cx="7714388" cy="1639574"/>
          </a:xfrm>
        </p:spPr>
        <p:txBody>
          <a:bodyPr>
            <a:normAutofit/>
          </a:bodyPr>
          <a:lstStyle/>
          <a:p>
            <a:pPr algn="ctr">
              <a:defRPr/>
            </a:pPr>
            <a:r>
              <a:rPr lang="fr-FR" sz="6600" dirty="0"/>
              <a:t>COURS WEB 7</a:t>
            </a:r>
            <a:endParaRPr lang="fr-FR" dirty="0"/>
          </a:p>
        </p:txBody>
      </p:sp>
      <p:sp>
        <p:nvSpPr>
          <p:cNvPr id="3" name="Sous-titre 2"/>
          <p:cNvSpPr>
            <a:spLocks noGrp="1"/>
          </p:cNvSpPr>
          <p:nvPr>
            <p:ph type="subTitle" idx="1"/>
          </p:nvPr>
        </p:nvSpPr>
        <p:spPr bwMode="auto">
          <a:xfrm>
            <a:off x="2238258" y="4848464"/>
            <a:ext cx="7714388" cy="1085849"/>
          </a:xfrm>
        </p:spPr>
        <p:txBody>
          <a:bodyPr>
            <a:normAutofit/>
          </a:bodyPr>
          <a:lstStyle/>
          <a:p>
            <a:pPr algn="ctr">
              <a:defRPr/>
            </a:pPr>
            <a:r>
              <a:rPr lang="fr-FR"/>
              <a:t>HTML / CSS</a:t>
            </a:r>
            <a:endParaRPr/>
          </a:p>
        </p:txBody>
      </p:sp>
      <p:cxnSp>
        <p:nvCxnSpPr>
          <p:cNvPr id="17" name="Straight Connector 10"/>
          <p:cNvCxnSpPr>
            <a:cxnSpLocks noGrp="1" noRot="1" noChangeAspect="1" noMove="1" noResize="1" noEditPoints="1" noAdjustHandles="1" noChangeArrowheads="1" noChangeShapeType="1"/>
          </p:cNvCxnSpPr>
          <p:nvPr/>
        </p:nvCxnSpPr>
        <p:spPr bwMode="auto">
          <a:xfrm>
            <a:off x="5609875" y="4578595"/>
            <a:ext cx="971155" cy="0"/>
          </a:xfrm>
          <a:prstGeom prst="line">
            <a:avLst/>
          </a:prstGeom>
          <a:ln w="31750">
            <a:solidFill>
              <a:srgbClr val="FFFFFF"/>
            </a:solidFill>
          </a:ln>
        </p:spPr>
        <p:style>
          <a:lnRef idx="1">
            <a:schemeClr val="accent1"/>
          </a:lnRef>
          <a:fillRef idx="0">
            <a:schemeClr val="accent1"/>
          </a:fillRef>
          <a:effectRef idx="0">
            <a:schemeClr val="accent1"/>
          </a:effectRef>
          <a:fontRef idx="minor">
            <a:schemeClr val="tx1"/>
          </a:fontRef>
        </p:style>
      </p:cxnSp>
      <p:sp>
        <p:nvSpPr>
          <p:cNvPr id="5" name="Sous-titre 2"/>
          <p:cNvSpPr txBox="1"/>
          <p:nvPr/>
        </p:nvSpPr>
        <p:spPr bwMode="auto">
          <a:xfrm>
            <a:off x="74059" y="5914947"/>
            <a:ext cx="4025793" cy="542928"/>
          </a:xfrm>
          <a:prstGeom prst="rect">
            <a:avLst/>
          </a:prstGeom>
        </p:spPr>
        <p:txBody>
          <a:bodyPr vert="horz" lIns="91440" tIns="45720" rIns="91440" bIns="45720" rtlCol="0">
            <a:normAutofit/>
          </a:bodyPr>
          <a:lstStyle>
            <a:lvl1pPr marL="0" indent="0" algn="l" defTabSz="914400">
              <a:lnSpc>
                <a:spcPct val="130000"/>
              </a:lnSpc>
              <a:spcBef>
                <a:spcPts val="1000"/>
              </a:spcBef>
              <a:buSzPct val="85000"/>
              <a:buFont typeface="Arial"/>
              <a:buNone/>
              <a:defRPr sz="1800">
                <a:solidFill>
                  <a:schemeClr val="tx1"/>
                </a:solidFill>
                <a:latin typeface="+mn-lt"/>
                <a:ea typeface="+mn-ea"/>
                <a:cs typeface="+mn-cs"/>
              </a:defRPr>
            </a:lvl1pPr>
            <a:lvl2pPr marL="457200" indent="0" algn="ctr" defTabSz="914400">
              <a:lnSpc>
                <a:spcPct val="130000"/>
              </a:lnSpc>
              <a:spcBef>
                <a:spcPts val="500"/>
              </a:spcBef>
              <a:buSzPct val="85000"/>
              <a:buFontTx/>
              <a:buNone/>
              <a:defRPr sz="2000" b="1">
                <a:solidFill>
                  <a:schemeClr val="tx1"/>
                </a:solidFill>
                <a:latin typeface="+mn-lt"/>
                <a:ea typeface="+mn-ea"/>
                <a:cs typeface="+mn-cs"/>
              </a:defRPr>
            </a:lvl2pPr>
            <a:lvl3pPr marL="914400" indent="0" algn="ctr" defTabSz="914400">
              <a:lnSpc>
                <a:spcPct val="130000"/>
              </a:lnSpc>
              <a:spcBef>
                <a:spcPts val="500"/>
              </a:spcBef>
              <a:buSzPct val="85000"/>
              <a:buFont typeface="Arial"/>
              <a:buNone/>
              <a:defRPr sz="1800">
                <a:solidFill>
                  <a:schemeClr val="tx1"/>
                </a:solidFill>
                <a:latin typeface="+mn-lt"/>
                <a:ea typeface="+mn-ea"/>
                <a:cs typeface="+mn-cs"/>
              </a:defRPr>
            </a:lvl3pPr>
            <a:lvl4pPr marL="1371600" indent="0" algn="ctr" defTabSz="914400">
              <a:lnSpc>
                <a:spcPct val="130000"/>
              </a:lnSpc>
              <a:spcBef>
                <a:spcPts val="500"/>
              </a:spcBef>
              <a:buSzPct val="85000"/>
              <a:buFontTx/>
              <a:buNone/>
              <a:defRPr sz="1600" b="1">
                <a:solidFill>
                  <a:schemeClr val="tx1"/>
                </a:solidFill>
                <a:latin typeface="+mn-lt"/>
                <a:ea typeface="+mn-ea"/>
                <a:cs typeface="+mn-cs"/>
              </a:defRPr>
            </a:lvl4pPr>
            <a:lvl5pPr marL="1828800" indent="0" algn="ctr" defTabSz="914400">
              <a:lnSpc>
                <a:spcPct val="130000"/>
              </a:lnSpc>
              <a:spcBef>
                <a:spcPts val="500"/>
              </a:spcBef>
              <a:buSzPct val="85000"/>
              <a:buFont typeface="Arial"/>
              <a:buNone/>
              <a:defRPr sz="1600">
                <a:solidFill>
                  <a:schemeClr val="tx1"/>
                </a:solidFill>
                <a:latin typeface="+mn-lt"/>
                <a:ea typeface="+mn-ea"/>
                <a:cs typeface="+mn-cs"/>
              </a:defRPr>
            </a:lvl5pPr>
            <a:lvl6pPr marL="2286000" indent="0" algn="ctr" defTabSz="914400">
              <a:lnSpc>
                <a:spcPct val="90000"/>
              </a:lnSpc>
              <a:spcBef>
                <a:spcPts val="500"/>
              </a:spcBef>
              <a:buFont typeface="Arial"/>
              <a:buNone/>
              <a:defRPr sz="1600">
                <a:solidFill>
                  <a:schemeClr val="tx1"/>
                </a:solidFill>
                <a:latin typeface="+mn-lt"/>
                <a:ea typeface="+mn-ea"/>
                <a:cs typeface="+mn-cs"/>
              </a:defRPr>
            </a:lvl6pPr>
            <a:lvl7pPr marL="2743200" indent="0" algn="ctr" defTabSz="914400">
              <a:lnSpc>
                <a:spcPct val="90000"/>
              </a:lnSpc>
              <a:spcBef>
                <a:spcPts val="500"/>
              </a:spcBef>
              <a:buFont typeface="Arial"/>
              <a:buNone/>
              <a:defRPr sz="1600">
                <a:solidFill>
                  <a:schemeClr val="tx1"/>
                </a:solidFill>
                <a:latin typeface="+mn-lt"/>
                <a:ea typeface="+mn-ea"/>
                <a:cs typeface="+mn-cs"/>
              </a:defRPr>
            </a:lvl7pPr>
            <a:lvl8pPr marL="3200400" indent="0" algn="ctr" defTabSz="914400">
              <a:lnSpc>
                <a:spcPct val="90000"/>
              </a:lnSpc>
              <a:spcBef>
                <a:spcPts val="500"/>
              </a:spcBef>
              <a:buFont typeface="Arial"/>
              <a:buNone/>
              <a:defRPr sz="1600">
                <a:solidFill>
                  <a:schemeClr val="tx1"/>
                </a:solidFill>
                <a:latin typeface="+mn-lt"/>
                <a:ea typeface="+mn-ea"/>
                <a:cs typeface="+mn-cs"/>
              </a:defRPr>
            </a:lvl8pPr>
            <a:lvl9pPr marL="3657600" indent="0" algn="ctr" defTabSz="914400">
              <a:lnSpc>
                <a:spcPct val="90000"/>
              </a:lnSpc>
              <a:spcBef>
                <a:spcPts val="500"/>
              </a:spcBef>
              <a:buFont typeface="Arial"/>
              <a:buNone/>
              <a:defRPr sz="1600">
                <a:solidFill>
                  <a:schemeClr val="tx1"/>
                </a:solidFill>
                <a:latin typeface="+mn-lt"/>
                <a:ea typeface="+mn-ea"/>
                <a:cs typeface="+mn-cs"/>
              </a:defRPr>
            </a:lvl9pPr>
          </a:lstStyle>
          <a:p>
            <a:pPr algn="ctr">
              <a:defRPr/>
            </a:pPr>
            <a:r>
              <a:rPr lang="fr-FR" dirty="0"/>
              <a:t>Cours N°7</a:t>
            </a:r>
            <a:endParaRPr dirty="0"/>
          </a:p>
        </p:txBody>
      </p:sp>
      <p:sp>
        <p:nvSpPr>
          <p:cNvPr id="6" name="Sous-titre 2"/>
          <p:cNvSpPr txBox="1"/>
          <p:nvPr/>
        </p:nvSpPr>
        <p:spPr bwMode="auto">
          <a:xfrm>
            <a:off x="8092149" y="5914947"/>
            <a:ext cx="4025793" cy="542928"/>
          </a:xfrm>
          <a:prstGeom prst="rect">
            <a:avLst/>
          </a:prstGeom>
        </p:spPr>
        <p:txBody>
          <a:bodyPr vert="horz" lIns="91440" tIns="45720" rIns="91440" bIns="45720" rtlCol="0">
            <a:normAutofit/>
          </a:bodyPr>
          <a:lstStyle>
            <a:lvl1pPr marL="0" indent="0" algn="l" defTabSz="914400">
              <a:lnSpc>
                <a:spcPct val="130000"/>
              </a:lnSpc>
              <a:spcBef>
                <a:spcPts val="1000"/>
              </a:spcBef>
              <a:buSzPct val="85000"/>
              <a:buFont typeface="Arial"/>
              <a:buNone/>
              <a:defRPr sz="1800">
                <a:solidFill>
                  <a:schemeClr val="tx1"/>
                </a:solidFill>
                <a:latin typeface="+mn-lt"/>
                <a:ea typeface="+mn-ea"/>
                <a:cs typeface="+mn-cs"/>
              </a:defRPr>
            </a:lvl1pPr>
            <a:lvl2pPr marL="457200" indent="0" algn="ctr" defTabSz="914400">
              <a:lnSpc>
                <a:spcPct val="130000"/>
              </a:lnSpc>
              <a:spcBef>
                <a:spcPts val="500"/>
              </a:spcBef>
              <a:buSzPct val="85000"/>
              <a:buFontTx/>
              <a:buNone/>
              <a:defRPr sz="2000" b="1">
                <a:solidFill>
                  <a:schemeClr val="tx1"/>
                </a:solidFill>
                <a:latin typeface="+mn-lt"/>
                <a:ea typeface="+mn-ea"/>
                <a:cs typeface="+mn-cs"/>
              </a:defRPr>
            </a:lvl2pPr>
            <a:lvl3pPr marL="914400" indent="0" algn="ctr" defTabSz="914400">
              <a:lnSpc>
                <a:spcPct val="130000"/>
              </a:lnSpc>
              <a:spcBef>
                <a:spcPts val="500"/>
              </a:spcBef>
              <a:buSzPct val="85000"/>
              <a:buFont typeface="Arial"/>
              <a:buNone/>
              <a:defRPr sz="1800">
                <a:solidFill>
                  <a:schemeClr val="tx1"/>
                </a:solidFill>
                <a:latin typeface="+mn-lt"/>
                <a:ea typeface="+mn-ea"/>
                <a:cs typeface="+mn-cs"/>
              </a:defRPr>
            </a:lvl3pPr>
            <a:lvl4pPr marL="1371600" indent="0" algn="ctr" defTabSz="914400">
              <a:lnSpc>
                <a:spcPct val="130000"/>
              </a:lnSpc>
              <a:spcBef>
                <a:spcPts val="500"/>
              </a:spcBef>
              <a:buSzPct val="85000"/>
              <a:buFontTx/>
              <a:buNone/>
              <a:defRPr sz="1600" b="1">
                <a:solidFill>
                  <a:schemeClr val="tx1"/>
                </a:solidFill>
                <a:latin typeface="+mn-lt"/>
                <a:ea typeface="+mn-ea"/>
                <a:cs typeface="+mn-cs"/>
              </a:defRPr>
            </a:lvl4pPr>
            <a:lvl5pPr marL="1828800" indent="0" algn="ctr" defTabSz="914400">
              <a:lnSpc>
                <a:spcPct val="130000"/>
              </a:lnSpc>
              <a:spcBef>
                <a:spcPts val="500"/>
              </a:spcBef>
              <a:buSzPct val="85000"/>
              <a:buFont typeface="Arial"/>
              <a:buNone/>
              <a:defRPr sz="1600">
                <a:solidFill>
                  <a:schemeClr val="tx1"/>
                </a:solidFill>
                <a:latin typeface="+mn-lt"/>
                <a:ea typeface="+mn-ea"/>
                <a:cs typeface="+mn-cs"/>
              </a:defRPr>
            </a:lvl5pPr>
            <a:lvl6pPr marL="2286000" indent="0" algn="ctr" defTabSz="914400">
              <a:lnSpc>
                <a:spcPct val="90000"/>
              </a:lnSpc>
              <a:spcBef>
                <a:spcPts val="500"/>
              </a:spcBef>
              <a:buFont typeface="Arial"/>
              <a:buNone/>
              <a:defRPr sz="1600">
                <a:solidFill>
                  <a:schemeClr val="tx1"/>
                </a:solidFill>
                <a:latin typeface="+mn-lt"/>
                <a:ea typeface="+mn-ea"/>
                <a:cs typeface="+mn-cs"/>
              </a:defRPr>
            </a:lvl6pPr>
            <a:lvl7pPr marL="2743200" indent="0" algn="ctr" defTabSz="914400">
              <a:lnSpc>
                <a:spcPct val="90000"/>
              </a:lnSpc>
              <a:spcBef>
                <a:spcPts val="500"/>
              </a:spcBef>
              <a:buFont typeface="Arial"/>
              <a:buNone/>
              <a:defRPr sz="1600">
                <a:solidFill>
                  <a:schemeClr val="tx1"/>
                </a:solidFill>
                <a:latin typeface="+mn-lt"/>
                <a:ea typeface="+mn-ea"/>
                <a:cs typeface="+mn-cs"/>
              </a:defRPr>
            </a:lvl7pPr>
            <a:lvl8pPr marL="3200400" indent="0" algn="ctr" defTabSz="914400">
              <a:lnSpc>
                <a:spcPct val="90000"/>
              </a:lnSpc>
              <a:spcBef>
                <a:spcPts val="500"/>
              </a:spcBef>
              <a:buFont typeface="Arial"/>
              <a:buNone/>
              <a:defRPr sz="1600">
                <a:solidFill>
                  <a:schemeClr val="tx1"/>
                </a:solidFill>
                <a:latin typeface="+mn-lt"/>
                <a:ea typeface="+mn-ea"/>
                <a:cs typeface="+mn-cs"/>
              </a:defRPr>
            </a:lvl8pPr>
            <a:lvl9pPr marL="3657600" indent="0" algn="ctr" defTabSz="914400">
              <a:lnSpc>
                <a:spcPct val="90000"/>
              </a:lnSpc>
              <a:spcBef>
                <a:spcPts val="500"/>
              </a:spcBef>
              <a:buFont typeface="Arial"/>
              <a:buNone/>
              <a:defRPr sz="1600">
                <a:solidFill>
                  <a:schemeClr val="tx1"/>
                </a:solidFill>
                <a:latin typeface="+mn-lt"/>
                <a:ea typeface="+mn-ea"/>
                <a:cs typeface="+mn-cs"/>
              </a:defRPr>
            </a:lvl9pPr>
          </a:lstStyle>
          <a:p>
            <a:pPr algn="ctr">
              <a:defRPr/>
            </a:pPr>
            <a:r>
              <a:rPr lang="fr-FR"/>
              <a:t>FERRANDEZ BENJAMIN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re 1"/>
          <p:cNvSpPr>
            <a:spLocks noGrp="1"/>
          </p:cNvSpPr>
          <p:nvPr>
            <p:ph type="title"/>
          </p:nvPr>
        </p:nvSpPr>
        <p:spPr bwMode="auto">
          <a:xfrm>
            <a:off x="1476783" y="2526891"/>
            <a:ext cx="9238434" cy="1435510"/>
          </a:xfrm>
        </p:spPr>
        <p:txBody>
          <a:bodyPr/>
          <a:lstStyle/>
          <a:p>
            <a:pPr algn="ctr">
              <a:defRPr/>
            </a:pPr>
            <a:r>
              <a:rPr lang="fr-FR" sz="6600" dirty="0" err="1"/>
              <a:t>Flexbox</a:t>
            </a:r>
            <a:r>
              <a:rPr lang="fr-FR" sz="6600" dirty="0"/>
              <a:t> (Suite)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35744991" name="Title 1"/>
          <p:cNvSpPr>
            <a:spLocks noGrp="1"/>
          </p:cNvSpPr>
          <p:nvPr>
            <p:ph type="title"/>
          </p:nvPr>
        </p:nvSpPr>
        <p:spPr bwMode="auto">
          <a:xfrm>
            <a:off x="1095374" y="1547812"/>
            <a:ext cx="10001250" cy="3399895"/>
          </a:xfrm>
        </p:spPr>
        <p:txBody>
          <a:bodyPr anchor="b"/>
          <a:lstStyle>
            <a:lvl1pPr>
              <a:defRPr>
                <a:solidFill>
                  <a:schemeClr val="tx1"/>
                </a:solidFill>
              </a:defRPr>
            </a:lvl1pPr>
          </a:lstStyle>
          <a:p>
            <a:pPr>
              <a:defRPr/>
            </a:pPr>
            <a:r>
              <a:rPr lang="fr-FR" sz="2800" b="1" i="0" u="none" strike="noStrike" cap="all" spc="599">
                <a:solidFill>
                  <a:schemeClr val="tx1"/>
                </a:solidFill>
                <a:latin typeface="Trade Gothic Next Cond"/>
                <a:cs typeface="Trade Gothic Next Cond"/>
              </a:rPr>
              <a:t>Flexbox (ou Flexible Box) est une technique de mise en page en CSS qui permet d’aligner, distribuer et organiser facilement les éléments d’un conteneur, même lorsque leurs tailles sont dynamiques ou inconnues.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bwMode="auto">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bwMode="auto">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 name="Titre 1"/>
          <p:cNvSpPr>
            <a:spLocks noGrp="1"/>
          </p:cNvSpPr>
          <p:nvPr>
            <p:ph type="title"/>
          </p:nvPr>
        </p:nvSpPr>
        <p:spPr bwMode="auto">
          <a:xfrm>
            <a:off x="1429566" y="1045445"/>
            <a:ext cx="9238434" cy="857559"/>
          </a:xfrm>
        </p:spPr>
        <p:txBody>
          <a:bodyPr>
            <a:normAutofit/>
          </a:bodyPr>
          <a:lstStyle/>
          <a:p>
            <a:pPr>
              <a:defRPr/>
            </a:pPr>
            <a:r>
              <a:rPr lang="fr-FR" sz="2800" b="1" i="0" u="none" strike="noStrike" cap="all" spc="599">
                <a:solidFill>
                  <a:schemeClr val="tx1"/>
                </a:solidFill>
                <a:latin typeface="Trade Gothic Next Cond"/>
                <a:cs typeface="Trade Gothic Next Cond"/>
              </a:rPr>
              <a:t>Comment ça fonctionne ?</a:t>
            </a:r>
            <a:endParaRPr/>
          </a:p>
        </p:txBody>
      </p:sp>
      <p:cxnSp>
        <p:nvCxnSpPr>
          <p:cNvPr id="11" name="Straight Connector 10"/>
          <p:cNvCxnSpPr>
            <a:cxnSpLocks noGrp="1" noRot="1" noChangeAspect="1" noMove="1" noResize="1" noEditPoints="1" noAdjustHandles="1" noChangeArrowheads="1" noChangeShapeType="1"/>
          </p:cNvCxnSpPr>
          <p:nvPr/>
        </p:nvCxnSpPr>
        <p:spPr bwMode="auto">
          <a:xfrm>
            <a:off x="1524000" y="2286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790239148" name="Content Placeholder 2"/>
          <p:cNvSpPr>
            <a:spLocks noGrp="1"/>
          </p:cNvSpPr>
          <p:nvPr>
            <p:ph idx="1"/>
          </p:nvPr>
        </p:nvSpPr>
        <p:spPr bwMode="auto">
          <a:xfrm>
            <a:off x="1429565" y="2286000"/>
            <a:ext cx="9238433" cy="380999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a:defRPr/>
            </a:pPr>
            <a:r>
              <a:rPr sz="2200"/>
              <a:t>On active le flexbox dans notre container : </a:t>
            </a:r>
          </a:p>
        </p:txBody>
      </p:sp>
      <p:pic>
        <p:nvPicPr>
          <p:cNvPr id="875005126" name="Image 875005125"/>
          <p:cNvPicPr>
            <a:picLocks noChangeAspect="1"/>
          </p:cNvPicPr>
          <p:nvPr/>
        </p:nvPicPr>
        <p:blipFill>
          <a:blip r:embed="rId2"/>
          <a:stretch/>
        </p:blipFill>
        <p:spPr bwMode="auto">
          <a:xfrm>
            <a:off x="2553229" y="3505728"/>
            <a:ext cx="6677024" cy="171450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99376361" name="Rectangle 8"/>
          <p:cNvSpPr>
            <a:spLocks noGrp="1" noRot="1" noChangeAspect="1" noMove="1" noResize="1" noEditPoints="1" noAdjustHandles="1" noChangeArrowheads="1" noChangeShapeType="1" noTextEdit="1"/>
          </p:cNvSpPr>
          <p:nvPr/>
        </p:nvSpPr>
        <p:spPr bwMode="auto">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137262806" name="Titre 1"/>
          <p:cNvSpPr>
            <a:spLocks noGrp="1"/>
          </p:cNvSpPr>
          <p:nvPr>
            <p:ph type="title"/>
          </p:nvPr>
        </p:nvSpPr>
        <p:spPr bwMode="auto">
          <a:xfrm>
            <a:off x="1429565" y="833437"/>
            <a:ext cx="9238434" cy="1069566"/>
          </a:xfrm>
        </p:spPr>
        <p:txBody>
          <a:bodyPr vertOverflow="overflow" horzOverflow="overflow" vert="horz" wrap="square" lIns="91440" tIns="45720" rIns="91440" bIns="45720" numCol="1" spcCol="0" rtlCol="0" fromWordArt="0" anchor="b" anchorCtr="0" forceAA="0" compatLnSpc="0">
            <a:normAutofit/>
          </a:bodyPr>
          <a:lstStyle/>
          <a:p>
            <a:pPr>
              <a:defRPr/>
            </a:pPr>
            <a:r>
              <a:rPr lang="fr-FR" sz="2800" b="1" i="0" u="none" strike="noStrike" cap="all" spc="599">
                <a:solidFill>
                  <a:schemeClr val="tx1"/>
                </a:solidFill>
                <a:latin typeface="Trade Gothic Next Cond"/>
                <a:cs typeface="Trade Gothic Next Cond"/>
              </a:rPr>
              <a:t>Flexbox propose plusieurs propriétés pour positionner les éléments :</a:t>
            </a:r>
            <a:endParaRPr/>
          </a:p>
        </p:txBody>
      </p:sp>
      <p:cxnSp>
        <p:nvCxnSpPr>
          <p:cNvPr id="546034297" name="Straight Connector 10"/>
          <p:cNvCxnSpPr>
            <a:cxnSpLocks noGrp="1" noRot="1" noChangeAspect="1" noMove="1" noResize="1" noEditPoints="1" noAdjustHandles="1" noChangeArrowheads="1" noChangeShapeType="1"/>
          </p:cNvCxnSpPr>
          <p:nvPr/>
        </p:nvCxnSpPr>
        <p:spPr bwMode="auto">
          <a:xfrm>
            <a:off x="1523999" y="2286000"/>
            <a:ext cx="971154"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pic>
        <p:nvPicPr>
          <p:cNvPr id="315835371" name="Image 315835370"/>
          <p:cNvPicPr>
            <a:picLocks noChangeAspect="1"/>
          </p:cNvPicPr>
          <p:nvPr/>
        </p:nvPicPr>
        <p:blipFill>
          <a:blip r:embed="rId2"/>
          <a:stretch/>
        </p:blipFill>
        <p:spPr bwMode="auto">
          <a:xfrm>
            <a:off x="1969869" y="2725208"/>
            <a:ext cx="8157826" cy="3082395"/>
          </a:xfrm>
          <a:prstGeom prst="rect">
            <a:avLst/>
          </a:prstGeom>
        </p:spPr>
      </p:pic>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PortalVTI">
  <a:themeElements>
    <a:clrScheme name="AnalogousFromLightSeedRightStep">
      <a:dk1>
        <a:srgbClr val="000000"/>
      </a:dk1>
      <a:lt1>
        <a:srgbClr val="FFFFFF"/>
      </a:lt1>
      <a:dk2>
        <a:srgbClr val="243141"/>
      </a:dk2>
      <a:lt2>
        <a:srgbClr val="E2E3E8"/>
      </a:lt2>
      <a:accent1>
        <a:srgbClr val="AAA180"/>
      </a:accent1>
      <a:accent2>
        <a:srgbClr val="9CA671"/>
      </a:accent2>
      <a:accent3>
        <a:srgbClr val="8FA880"/>
      </a:accent3>
      <a:accent4>
        <a:srgbClr val="76AD78"/>
      </a:accent4>
      <a:accent5>
        <a:srgbClr val="81AB94"/>
      </a:accent5>
      <a:accent6>
        <a:srgbClr val="74AAA2"/>
      </a:accent6>
      <a:hlink>
        <a:srgbClr val="6978AE"/>
      </a:hlink>
      <a:folHlink>
        <a:srgbClr val="7F7F7F"/>
      </a:folHlink>
    </a:clrScheme>
    <a:fontScheme name="Earth">
      <a:majorFont>
        <a:latin typeface="Trade Gothic Next Cond"/>
        <a:ea typeface="Arial"/>
        <a:cs typeface="Arial"/>
      </a:majorFont>
      <a:minorFont>
        <a:latin typeface="Trade Gothic Next Light"/>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123</TotalTime>
  <Words>75</Words>
  <Application>Microsoft Office PowerPoint</Application>
  <DocSecurity>0</DocSecurity>
  <PresentationFormat>Grand écran</PresentationFormat>
  <Paragraphs>9</Paragraphs>
  <Slides>5</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5</vt:i4>
      </vt:variant>
    </vt:vector>
  </HeadingPairs>
  <TitlesOfParts>
    <vt:vector size="9" baseType="lpstr">
      <vt:lpstr>Arial</vt:lpstr>
      <vt:lpstr>Trade Gothic Next Cond</vt:lpstr>
      <vt:lpstr>Trade Gothic Next Light</vt:lpstr>
      <vt:lpstr>PortalVTI</vt:lpstr>
      <vt:lpstr>COURS WEB 7</vt:lpstr>
      <vt:lpstr>Flexbox (Suite)</vt:lpstr>
      <vt:lpstr>Flexbox (ou Flexible Box) est une technique de mise en page en CSS qui permet d’aligner, distribuer et organiser facilement les éléments d’un conteneur, même lorsque leurs tailles sont dynamiques ou inconnues.</vt:lpstr>
      <vt:lpstr>Comment ça fonctionne ?</vt:lpstr>
      <vt:lpstr>Flexbox propose plusieurs propriétés pour positionner les éléments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 WEB 5</dc:title>
  <dc:subject/>
  <dc:creator>FERRANDEZ Benjamin</dc:creator>
  <cp:keywords/>
  <dc:description/>
  <cp:lastModifiedBy>Benjamin Ferrandez</cp:lastModifiedBy>
  <cp:revision>13</cp:revision>
  <dcterms:created xsi:type="dcterms:W3CDTF">2024-10-13T11:47:32Z</dcterms:created>
  <dcterms:modified xsi:type="dcterms:W3CDTF">2024-12-03T14:50:56Z</dcterms:modified>
  <cp:category/>
  <dc:identifier/>
  <cp:contentStatus/>
  <dc:language/>
  <cp:version/>
</cp:coreProperties>
</file>